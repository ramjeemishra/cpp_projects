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>
      <p:cViewPr varScale="1">
        <p:scale>
          <a:sx n="113" d="100"/>
          <a:sy n="113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7B51-CDB6-2E19-457B-0CDB7BD25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D76A0D-7E98-3A3D-10B9-55C196C3E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2477F-E23B-0019-1664-F51B9C75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B56E2-B940-EF09-9EA1-C748FDF0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A8408-19BD-6936-9C5C-C2587068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2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20DEC-106B-805A-0129-1F0793094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DC28D-B8BF-3FD9-CD84-9AFDCC14C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5DCFF-1D1B-BCB3-039B-F5D674A19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484D8-4BBD-AE94-1FCC-678CC407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E1ACB-466B-88C7-B6B3-832C4D2F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04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469C-E88C-6817-5FD9-E58ACED3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55E89-34F6-B3CF-2BD6-02B6FC918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D0D5D-C327-5628-829B-43E8BA911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638EB-E17F-74CA-D468-2500602D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E1513-C555-6219-DA78-0C1AA52A3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2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3A868-AC87-DD59-36A1-149E63EE9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517A9-BE58-BE29-13BA-4393E4AE2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B8421-1B30-9B0A-20E1-C926BED7B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2C182-6A3E-2C18-30BF-7F321D657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57901-079C-2D69-4F84-7B03B651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05463-DD81-76AA-8F0D-A6CB9B7B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77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5B96-64A0-00BC-E9DE-07821F2BC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B9ED3-1EBE-A7F2-3BA2-4C328F595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49B18-921D-A227-4772-AC2E34170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53DED8-52AF-D6D5-83D4-35D9FEE90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72228-888D-3512-7403-98E02E98C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40912-A56B-A55C-65B0-F161CCB65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B64C0-AD3D-4AA0-0C1B-287C60AD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E4CDB7-814B-AD58-98D3-BC6ACDDC2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75C60-1D1E-71DF-DFD3-15AAAB185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06794F-F7AA-DFD8-46D7-FE6912CA7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26426-42A4-02F4-29DA-49AE62A41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198CA-C722-778E-B070-4FE894FA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1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116392-B824-D16F-06C2-AC408375E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17D852-F2B9-1E75-159A-BE3E58559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FE97E-0928-8933-2A86-7EFDD01E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B2DC-C01B-4029-0032-3883A0377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92686-B34D-9525-6694-316E0B645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F02B6-0F29-E676-2EA1-3B3DEF7D7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2FCD4-4AF2-4A0D-9827-7EBF3456B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A1B56-908D-A09D-F601-5A9CEC23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5BEA7-5DC5-4D6B-1A55-6625BBF93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2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F5FD-62E5-FFB2-A7DB-B2CC28FAC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FA46A-734B-D30B-E7C8-A996AA439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C015A-4C55-63DA-ACD9-C8317CBD4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1A871-1B04-B97E-B4DA-2879246EC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F8888-60DA-98D8-6425-262E3968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5351F-1F53-75FE-F18C-1BCA2271A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6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AAF2A-1137-B5B1-50D7-FA2FE30FC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07717-CC64-BA86-A7CB-23861CCEA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37AA4-B5D9-FACB-08ED-B4F666213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13702-ADCB-224C-3CD5-A940E92C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6BA1-EEAC-DB87-5645-61EEE77B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1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3B04CA-9F1D-D1E4-70F9-42B4B80291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9181F-6078-60EC-C9A0-06B01A554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AAA83-701E-58F2-30C2-1DCD217B9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30D-A377-CA46-9A1A-2BE547E746D3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DCE35-968B-2B5F-230D-AEB86B0D1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0EBEA-940D-3C5E-506C-B93C8ED99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08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F4C76A-7FA1-9531-DD84-8287BFFE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BA747-4037-3ABD-B112-5FF0B1DD4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9AA56-294A-5AB9-A913-3976FC77AC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6930D-A377-CA46-9A1A-2BE547E746D3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FA10E-22A4-3C3D-80F9-810FCA0F2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A7CCF-932B-1D24-D3B9-177469690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09998-61FC-824F-A4BA-A5659EA793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2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A68063A-8E39-4143-2E4C-F39DFB940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50" y="935566"/>
            <a:ext cx="50927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D61083-CC92-F74E-5680-3CA56FC79272}"/>
              </a:ext>
            </a:extLst>
          </p:cNvPr>
          <p:cNvSpPr txBox="1"/>
          <p:nvPr/>
        </p:nvSpPr>
        <p:spPr>
          <a:xfrm>
            <a:off x="0" y="3522016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rgbClr val="FFFFFF"/>
                </a:solidFill>
                <a:latin typeface="Arial" panose="020B0604020202020204" pitchFamily="34" charset="0"/>
              </a:rPr>
              <a:t>Electricity Bill Generator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lvl="0" algn="ctr"/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Ramjee Mishra / 150096725007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E8D90-4E10-FBE3-18F4-8181EF5D3D1D}"/>
              </a:ext>
            </a:extLst>
          </p:cNvPr>
          <p:cNvSpPr txBox="1"/>
          <p:nvPr/>
        </p:nvSpPr>
        <p:spPr>
          <a:xfrm>
            <a:off x="9652000" y="6488668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Case Study Number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18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0308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AC9A0-77F0-52AC-FAB9-21203EE1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A12AF0-659F-B7C1-0959-8BA6984B3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20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9E138-C581-130D-D030-BF0324F80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9FD656-A813-A16E-5339-57A29DD06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59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E5F0-B4A4-D22E-6FD9-88B053B8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EF5C59-7189-837F-A365-F7D65B7C2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595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B0734-6D0D-CAFE-B26A-A22731C0C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B8479E-C3AD-BFCA-E8BA-BC3FCA786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72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4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2B3C53-7BCA-685E-1279-ECF4C8A0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08250DE-D04E-C3C3-04AC-2AC83E88B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50" y="1014589"/>
            <a:ext cx="50927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358F9B-521C-ACED-D5D6-E2CAE6E7F5A9}"/>
              </a:ext>
            </a:extLst>
          </p:cNvPr>
          <p:cNvSpPr txBox="1"/>
          <p:nvPr/>
        </p:nvSpPr>
        <p:spPr>
          <a:xfrm>
            <a:off x="3048000" y="424321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Thank You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2481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</Words>
  <Application>Microsoft Macintosh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Krishiv Amitsinh Solanki</dc:creator>
  <cp:lastModifiedBy>Krishiv Amitsinh Solanki</cp:lastModifiedBy>
  <cp:revision>6</cp:revision>
  <dcterms:created xsi:type="dcterms:W3CDTF">2026-03-09T18:39:21Z</dcterms:created>
  <dcterms:modified xsi:type="dcterms:W3CDTF">2026-03-13T07:38:04Z</dcterms:modified>
</cp:coreProperties>
</file>