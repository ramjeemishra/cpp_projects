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7B51-CDB6-2E19-457B-0CDB7BD25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76A0D-7E98-3A3D-10B9-55C196C3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2477F-E23B-0019-1664-F51B9C75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56E2-B940-EF09-9EA1-C748FDF0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8408-19BD-6936-9C5C-C2587068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0DEC-106B-805A-0129-1F079309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DC28D-B8BF-3FD9-CD84-9AFDCC14C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5DCFF-1D1B-BCB3-039B-F5D674A1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484D8-4BBD-AE94-1FCC-678CC407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E1ACB-466B-88C7-B6B3-832C4D2F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4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469C-E88C-6817-5FD9-E58ACED3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55E89-34F6-B3CF-2BD6-02B6FC918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0D5D-C327-5628-829B-43E8BA91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638EB-E17F-74CA-D468-2500602D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E1513-C555-6219-DA78-0C1AA52A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2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A868-AC87-DD59-36A1-149E63EE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517A9-BE58-BE29-13BA-4393E4AE2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B8421-1B30-9B0A-20E1-C926BED7B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2C182-6A3E-2C18-30BF-7F321D65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57901-079C-2D69-4F84-7B03B65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05463-DD81-76AA-8F0D-A6CB9B7B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7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5B96-64A0-00BC-E9DE-07821F2B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B9ED3-1EBE-A7F2-3BA2-4C328F595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49B18-921D-A227-4772-AC2E34170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3DED8-52AF-D6D5-83D4-35D9FEE90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72228-888D-3512-7403-98E02E98C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40912-A56B-A55C-65B0-F161CCB6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B64C0-AD3D-4AA0-0C1B-287C60AD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4CDB7-814B-AD58-98D3-BC6ACDDC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5C60-1D1E-71DF-DFD3-15AAAB185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6794F-F7AA-DFD8-46D7-FE6912CA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26426-42A4-02F4-29DA-49AE62A4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198CA-C722-778E-B070-4FE894FA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1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16392-B824-D16F-06C2-AC408375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7D852-F2B9-1E75-159A-BE3E5855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FE97E-0928-8933-2A86-7EFDD01E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B2DC-C01B-4029-0032-3883A0377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92686-B34D-9525-6694-316E0B64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F02B6-0F29-E676-2EA1-3B3DEF7D7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2FCD4-4AF2-4A0D-9827-7EBF3456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A1B56-908D-A09D-F601-5A9CEC23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5BEA7-5DC5-4D6B-1A55-6625BBF9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F5FD-62E5-FFB2-A7DB-B2CC28FAC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FA46A-734B-D30B-E7C8-A996AA439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C015A-4C55-63DA-ACD9-C8317CBD4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1A871-1B04-B97E-B4DA-2879246E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F8888-60DA-98D8-6425-262E3968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5351F-1F53-75FE-F18C-1BCA2271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6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AF2A-1137-B5B1-50D7-FA2FE30F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07717-CC64-BA86-A7CB-23861CCEA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37AA4-B5D9-FACB-08ED-B4F66621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13702-ADCB-224C-3CD5-A940E92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6BA1-EEAC-DB87-5645-61EEE77B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1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B04CA-9F1D-D1E4-70F9-42B4B8029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9181F-6078-60EC-C9A0-06B01A554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AAA83-701E-58F2-30C2-1DCD217B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CE35-968B-2B5F-230D-AEB86B0D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0EBEA-940D-3C5E-506C-B93C8ED9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8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4C76A-7FA1-9531-DD84-8287BFFE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BA747-4037-3ABD-B112-5FF0B1DD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9AA56-294A-5AB9-A913-3976FC77A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6930D-A377-CA46-9A1A-2BE547E746D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FA10E-22A4-3C3D-80F9-810FCA0F2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7CCF-932B-1D24-D3B9-177469690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2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 with text&#10;&#10;AI-generated content may be incorrect.">
            <a:extLst>
              <a:ext uri="{FF2B5EF4-FFF2-40B4-BE49-F238E27FC236}">
                <a16:creationId xmlns:a16="http://schemas.microsoft.com/office/drawing/2014/main" id="{8A3847C7-19DE-B3C3-969F-33575A934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0A5089-AD01-D56F-510B-B14CD1C9161E}"/>
              </a:ext>
            </a:extLst>
          </p:cNvPr>
          <p:cNvSpPr/>
          <p:nvPr/>
        </p:nvSpPr>
        <p:spPr>
          <a:xfrm>
            <a:off x="10306756" y="5825067"/>
            <a:ext cx="1783644" cy="903111"/>
          </a:xfrm>
          <a:prstGeom prst="rect">
            <a:avLst/>
          </a:prstGeom>
          <a:solidFill>
            <a:srgbClr val="1E3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8874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C9A0-77F0-52AC-FAB9-21203EE1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A12AF0-659F-B7C1-0959-8BA6984B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2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9E138-C581-130D-D030-BF0324F8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9FD656-A813-A16E-5339-57A29DD06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5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E5F0-B4A4-D22E-6FD9-88B053B8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EF5C59-7189-837F-A365-F7D65B7C2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9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0734-6D0D-CAFE-B26A-A22731C0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B8479E-C3AD-BFCA-E8BA-BC3FCA786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7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49B1-4912-6491-168E-5A3DEDD53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thank you message&#10;&#10;AI-generated content may be incorrect.">
            <a:extLst>
              <a:ext uri="{FF2B5EF4-FFF2-40B4-BE49-F238E27FC236}">
                <a16:creationId xmlns:a16="http://schemas.microsoft.com/office/drawing/2014/main" id="{4296583C-04C7-6A86-0206-CBCB64180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9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Krishiv Amitsinh Solanki</dc:creator>
  <cp:lastModifiedBy>Krishiv Amitsinh Solanki</cp:lastModifiedBy>
  <cp:revision>1</cp:revision>
  <dcterms:created xsi:type="dcterms:W3CDTF">2026-03-09T18:39:21Z</dcterms:created>
  <dcterms:modified xsi:type="dcterms:W3CDTF">2026-03-09T18:41:48Z</dcterms:modified>
</cp:coreProperties>
</file>